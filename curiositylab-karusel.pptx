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38404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[ TU BUDE FOTO ]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4114800"/>
            <a:ext cx="9144000" cy="502920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914400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502920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8463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SPIS #009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CALIGULA</a:t>
            </a:r>
            <a:endParaRPr lang="en-US" sz="7200" dirty="0"/>
          </a:p>
          <a:p>
            <a:pPr algn="l" indent="0" marL="0">
              <a:buNone/>
            </a:pPr>
            <a:r>
              <a:rPr lang="en-US" sz="7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VYHLÁSIL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457200" y="68580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>
                <a:solidFill>
                  <a:srgbClr val="C8F1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VOJNU MORU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6858000" y="8595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99999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 SWIPE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097280"/>
            <a:ext cx="64008" cy="6217920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400" kern="0" dirty="0">
                <a:solidFill>
                  <a:srgbClr val="C8F1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C8F1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Rok 37 n. l.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786384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Rímsky cisár Caligula vydal rozkaz, ktorý dodnes historici považujú za jeden z najabsurdnejších v dejinách ríše.</a:t>
            </a:r>
            <a:endParaRPr lang="en-US" sz="2200" dirty="0"/>
          </a:p>
          <a:p>
            <a:pPr algn="l" indent="0" marL="0">
              <a:lnSpc>
                <a:spcPct val="135000"/>
              </a:lnSpc>
              <a:buNone/>
            </a:pPr>
            <a:endParaRPr lang="en-US" sz="2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Zhromaždil niekoľko légií na pobreží Lamanšského prielivu — a nariadil im zaútočiť na more.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0" y="8595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99999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 SWIPE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097280"/>
            <a:ext cx="64008" cy="6217920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400" kern="0" dirty="0">
                <a:solidFill>
                  <a:srgbClr val="C8F1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C8F1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Výsledok?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786384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Vojaci bodali do vln kopijami a naplnali helmy muslami ako 'vojnovou korístou'.</a:t>
            </a:r>
            <a:endParaRPr lang="en-US" sz="2200" dirty="0"/>
          </a:p>
          <a:p>
            <a:pPr algn="l" indent="0" marL="0">
              <a:lnSpc>
                <a:spcPct val="135000"/>
              </a:lnSpc>
              <a:buNone/>
            </a:pPr>
            <a:endParaRPr lang="en-US" sz="2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Caligula to vyhlásal za víťazstvo Ríma nad Neptúnom — a nariadil oslavovat po celej rísi.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0" y="8595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99999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 SWIPE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</a:rPr>
              <a:t>🤔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Vedel si o tom?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5212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200" kern="0" dirty="0">
                <a:solidFill>
                  <a:srgbClr val="C8F13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Napíš do komentárov  ↓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6217920"/>
            <a:ext cx="27432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92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5555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STAROVEK · RÍMSKA RÍŠA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0" y="8595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99999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→ SWIPE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500" kern="0" dirty="0">
                <a:solidFill>
                  <a:srgbClr val="99999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CELÝ PRÍBEH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curiositylab.sk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645920" y="3840480"/>
            <a:ext cx="5852160" cy="54864"/>
          </a:xfrm>
          <a:prstGeom prst="rect">
            <a:avLst/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0" y="4389120"/>
            <a:ext cx="4023360" cy="685800"/>
          </a:xfrm>
          <a:prstGeom prst="roundRect">
            <a:avLst>
              <a:gd name="adj" fmla="val 50667"/>
            </a:avLst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0" y="4370832"/>
            <a:ext cx="4023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0000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NAVŠTÍV WEB 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0" y="5760720"/>
            <a:ext cx="1828800" cy="0"/>
          </a:xfrm>
          <a:prstGeom prst="line">
            <a:avLst/>
          </a:prstGeom>
          <a:noFill/>
          <a:ln w="12700">
            <a:solidFill>
              <a:srgbClr val="2222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0" y="612648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C8F135"/>
          </a:solidFill>
          <a:ln w="12700">
            <a:solidFill>
              <a:srgbClr val="C8F1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6172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300" kern="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CURIOSITY LAB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949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Každý deň jeden zabudnutý fakt z histórie.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2026-06-11T21:07:59Z</dcterms:created>
  <dcterms:modified xsi:type="dcterms:W3CDTF">2026-06-11T21:07:59Z</dcterms:modified>
</cp:coreProperties>
</file>